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0" y="164592"/>
            <a:ext cx="4050791" cy="6492240"/>
          </a:xfrm>
          <a:prstGeom prst="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41080" y="914400"/>
            <a:ext cx="2423160" cy="2423160"/>
          </a:xfrm>
          <a:prstGeom prst="ellipse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87968" y="1161288"/>
            <a:ext cx="1920240" cy="1920240"/>
          </a:xfrm>
          <a:prstGeom prst="ellipse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72237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F5B91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7315200" cy="1325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63053"/>
                </a:solidFill>
                <a:latin typeface="Aptos"/>
              </a:defRPr>
            </a:pPr>
            <a:r>
              <a:t>Customer Purchase</a:t>
            </a:r>
          </a:p>
          <a:p>
            <a:pPr>
              <a:spcAft>
                <a:spcPts val="700"/>
              </a:spcAft>
              <a:defRPr sz="3400" b="1">
                <a:solidFill>
                  <a:srgbClr val="163053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46120"/>
            <a:ext cx="68580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F5B91"/>
                </a:solidFill>
                <a:latin typeface="Aptos"/>
              </a:defRPr>
            </a:pPr>
            <a:r>
              <a:t>Using Logistic Regression and Random Forest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6217920" cy="36576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407408"/>
            <a:ext cx="67665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F6E7D"/>
                </a:solidFill>
                <a:latin typeface="Aptos"/>
              </a:defRPr>
            </a:pPr>
            <a:r>
              <a:t>Predict whether a customer is likely to make a purchase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71323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303E"/>
                </a:solidFill>
                <a:latin typeface="Aptos"/>
              </a:defRPr>
            </a:pPr>
            <a:r>
              <a:t>B. Pemesh  •  2520030388</a:t>
            </a:r>
          </a:p>
          <a:p>
            <a:pPr>
              <a:spcAft>
                <a:spcPts val="700"/>
              </a:spcAft>
              <a:defRPr sz="1300" b="1">
                <a:solidFill>
                  <a:srgbClr val="23303E"/>
                </a:solidFill>
                <a:latin typeface="Aptos"/>
              </a:defRPr>
            </a:pPr>
            <a:r>
              <a:t>N. Madhan  •  2520030263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749039"/>
            <a:ext cx="347472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63053"/>
                </a:solidFill>
                <a:latin typeface="Aptos"/>
              </a:defRPr>
            </a:pPr>
            <a:r>
              <a:t>KLH</a:t>
            </a:r>
          </a:p>
          <a:p>
            <a:pPr algn="ctr">
              <a:spcAft>
                <a:spcPts val="700"/>
              </a:spcAft>
              <a:defRPr sz="2200" b="1">
                <a:solidFill>
                  <a:srgbClr val="163053"/>
                </a:solidFill>
                <a:latin typeface="Aptos"/>
              </a:defRPr>
            </a:pPr>
            <a:r>
              <a:t>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93776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F5B91"/>
                </a:solidFill>
                <a:latin typeface="Aptos"/>
              </a:defRPr>
            </a:pPr>
            <a:r>
              <a:t>FINAL EXPO PRESENTATION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313740-C6BD-C6D8-DB80-66E242315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841249"/>
            <a:ext cx="3950801" cy="256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E7D"/>
                </a:solidFill>
                <a:latin typeface="Aptos"/>
              </a:defRPr>
            </a:pPr>
            <a:r>
              <a:t>From customer data to actionable purchase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8288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31089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01  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108960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Explore customer data, features, target labels, and data quality.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8288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563624"/>
            <a:ext cx="31089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02  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08960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Clean, encode, and transform data for reliable machine 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8288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563624"/>
            <a:ext cx="31089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03  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108960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Train and compare Logistic Regression and Random Forest.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3053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303E"/>
                </a:solidFill>
                <a:latin typeface="Aptos"/>
              </a:defRPr>
            </a:pPr>
            <a:r>
              <a:t>Build a reproducible supervised-learning pipeline that predicts Purchase = Yes or No and evaluates model performance using suitable classification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492240" cy="4206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03E"/>
                </a:solidFill>
                <a:latin typeface="Aptos"/>
              </a:defRPr>
            </a:pPr>
            <a:r>
              <a:t>Customer purchase prediction uses historical customer information to estimate whether a customer is likely to purchase a product or service.</a:t>
            </a:r>
          </a:p>
          <a:p>
            <a:pPr>
              <a:spcAft>
                <a:spcPts val="700"/>
              </a:spcAft>
              <a:defRPr sz="1800" b="0">
                <a:solidFill>
                  <a:srgbClr val="23303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800" b="0">
                <a:solidFill>
                  <a:srgbClr val="23303E"/>
                </a:solidFill>
                <a:latin typeface="Aptos"/>
              </a:defRPr>
            </a:pPr>
            <a:r>
              <a:t>This project applies two supervised classification algorithms: Logistic Regression and Random Forest. The workflow includes data collection, preprocessing, feature engineering, model training, prediction, and performance evaluation.</a:t>
            </a:r>
          </a:p>
          <a:p>
            <a:pPr>
              <a:spcAft>
                <a:spcPts val="700"/>
              </a:spcAft>
              <a:defRPr sz="1800" b="0">
                <a:solidFill>
                  <a:srgbClr val="23303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800" b="0">
                <a:solidFill>
                  <a:srgbClr val="23303E"/>
                </a:solidFill>
                <a:latin typeface="Aptos"/>
              </a:defRPr>
            </a:pPr>
            <a:r>
              <a:t>The resulting predictions can support customer targeting, marketing decisions, and customer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508760"/>
            <a:ext cx="3474720" cy="11430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508760"/>
            <a:ext cx="82296" cy="11430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7848" y="1655063"/>
            <a:ext cx="31089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2075688"/>
            <a:ext cx="3108960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Historical customer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880360"/>
            <a:ext cx="3474720" cy="11430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2880360"/>
            <a:ext cx="82296" cy="11430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27848" y="3026664"/>
            <a:ext cx="31089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ML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3447288"/>
            <a:ext cx="3108960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Logistic Regression + Random Forest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251960"/>
            <a:ext cx="3474720" cy="11430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4251960"/>
            <a:ext cx="82296" cy="11430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4398264"/>
            <a:ext cx="31089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4818888"/>
            <a:ext cx="3108960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Purchase / No Purchase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Problem Statement &amp;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20624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82296" cy="420624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489204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4892040" cy="3547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Businesses may have large amounts of customer data but may not know who is most likely to purchase.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Manual analysis can be time-consuming and may miss complex patterns.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A data-driven method is needed to generate and evaluate predictions.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57800" cy="420624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4206240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63624"/>
            <a:ext cx="489204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84248"/>
            <a:ext cx="4892040" cy="3547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Load and inspect a labelled dataset.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Clean data and prepare useful features.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Train two classification models.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Compare performance and use the better model for new customer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Environment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E7D"/>
                </a:solidFill>
                <a:latin typeface="Aptos"/>
              </a:defRPr>
            </a:pPr>
            <a:r>
              <a:t>Development tools and reproducible 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1828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18288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Core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4846320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Python 3.x  •  Jupyter Notebook / Google Colab / VS Code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Windows, Linux, or macOS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12080" cy="1828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1828800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63624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Libraries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4846320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Pandas • NumPy • Scikit-learn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Matplotlib • Seaborn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3053"/>
                </a:solidFill>
                <a:latin typeface="Aptos"/>
              </a:defRPr>
            </a:pPr>
            <a:r>
              <a:t>Suggested project 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60520"/>
            <a:ext cx="10515600" cy="123444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343400"/>
            <a:ext cx="996696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/data  — raw and processed datasets     |     /notebooks — exploration and EDA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/src — reusable code modules                  |     /models — saved trained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Dataset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E7D"/>
                </a:solidFill>
                <a:latin typeface="Aptos"/>
              </a:defRPr>
            </a:pPr>
            <a:r>
              <a:t>Initial inspection helps identify structure, quality, and target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1828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18288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31089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Load &amp; 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3108960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Use pandas to load the data into a DataFrame.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8288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563624"/>
            <a:ext cx="31089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08960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Check head(), tail(), info(), shape, and dtypes.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74720" cy="1828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417320"/>
            <a:ext cx="82296" cy="18288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1563624"/>
            <a:ext cx="31089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984248"/>
            <a:ext cx="3108960" cy="1170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Check target variable, missing values, and completeness.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102412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3053"/>
                </a:solidFill>
                <a:latin typeface="Aptos"/>
              </a:defRPr>
            </a:pPr>
            <a:r>
              <a:t>Key questions to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How many rows (samples) and columns (features) are present?</a:t>
            </a:r>
          </a:p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Which column represents the purchase outcome?</a:t>
            </a:r>
          </a:p>
          <a:p>
            <a:pPr>
              <a:spcAft>
                <a:spcPts val="12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Are values missing, duplicated, inconsistent, or stored in unsuitable data types?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Exploratory Data Analysis (EDA)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E7D"/>
                </a:solidFill>
                <a:latin typeface="Aptos"/>
              </a:defRPr>
            </a:pPr>
            <a:r>
              <a:t>EDA reveals patterns and potential issues before model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356616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356616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31546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154680" cy="290779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Missing-value analysis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Duplicate identification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Outlier detection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Data type and consistency checks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Label quality and completeness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356616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3566160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563624"/>
            <a:ext cx="31546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Pattern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54680" cy="290779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Feature distributions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Correlation matrix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Class-balance assessment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Feature relationships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Potential predictive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520440" cy="356616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356616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563624"/>
            <a:ext cx="31546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Statistical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154680" cy="290779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Descriptive statistics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Skewness and kurtosis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Hypothesis testing where appropriate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Summary of key observations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Methodology &amp; 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16002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581912"/>
            <a:ext cx="438912" cy="438912"/>
          </a:xfrm>
          <a:prstGeom prst="ellipse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45920"/>
            <a:ext cx="4389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00200"/>
            <a:ext cx="2468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30552"/>
            <a:ext cx="29718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Load data and check dimensions, types, and missing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429000" cy="16002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45152" y="1581912"/>
            <a:ext cx="438912" cy="438912"/>
          </a:xfrm>
          <a:prstGeom prst="ellipse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645920"/>
            <a:ext cx="4389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00200"/>
            <a:ext cx="2468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130552"/>
            <a:ext cx="29718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Handle missing values, duplicates, outliers, and inconsistencies.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429000" cy="16002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39912" y="1581912"/>
            <a:ext cx="438912" cy="438912"/>
          </a:xfrm>
          <a:prstGeom prst="ellipse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645920"/>
            <a:ext cx="4389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600200"/>
            <a:ext cx="2468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130552"/>
            <a:ext cx="29718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Encode categorical values; scale numerical features where appropriate.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74720"/>
            <a:ext cx="3429000" cy="16002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0392" y="3639312"/>
            <a:ext cx="438912" cy="438912"/>
          </a:xfrm>
          <a:prstGeom prst="ellipse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703320"/>
            <a:ext cx="4389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657600"/>
            <a:ext cx="2468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187952"/>
            <a:ext cx="29718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Create training and testing sets.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474720"/>
            <a:ext cx="3429000" cy="16002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45152" y="3639312"/>
            <a:ext cx="438912" cy="438912"/>
          </a:xfrm>
          <a:prstGeom prst="ellipse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45152" y="3703320"/>
            <a:ext cx="4389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657600"/>
            <a:ext cx="2468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187952"/>
            <a:ext cx="29718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Fit Logistic Regression and Random Forest.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474720"/>
            <a:ext cx="3429000" cy="16002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39912" y="3639312"/>
            <a:ext cx="438912" cy="438912"/>
          </a:xfrm>
          <a:prstGeom prst="ellipse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39912" y="3703320"/>
            <a:ext cx="4389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657600"/>
            <a:ext cx="2468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4187952"/>
            <a:ext cx="297180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Compare metrics and select a suitable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Algorithms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E7D"/>
                </a:solidFill>
                <a:latin typeface="Aptos"/>
              </a:defRPr>
            </a:pPr>
            <a:r>
              <a:t>Two complementary models for binary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3383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82296" cy="338328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655063"/>
            <a:ext cx="4800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800600" cy="2724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Provides a probability of purchase.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Converts probability to a class using a decision threshold.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Interpretable baseline model.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Works well when the relationship is approximately linear.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166360" cy="3383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82296" cy="3383280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655063"/>
            <a:ext cx="4800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75688"/>
            <a:ext cx="4800600" cy="2724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Combines multiple decision trees.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Uses bagging and random feature selection.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Can model nonlinear relationships and feature interactions.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Provides feature-importance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Model Evaluation &amp;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9611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E7D"/>
                </a:solidFill>
                <a:latin typeface="Aptos"/>
              </a:defRPr>
            </a:pPr>
            <a:r>
              <a:t>Use consistent test data to compare the classifiers fairly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074920" cy="1097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82296" cy="109728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472184"/>
            <a:ext cx="470915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7"/>
            <a:ext cx="4709159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Overall proportion of correct predictions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325880"/>
            <a:ext cx="5074920" cy="1097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79" y="1325880"/>
            <a:ext cx="82296" cy="1097280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7" y="1472184"/>
            <a:ext cx="470915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1892807"/>
            <a:ext cx="4709159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How many predicted purchases are correct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43200"/>
            <a:ext cx="5074920" cy="1097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743200"/>
            <a:ext cx="82296" cy="109728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2889504"/>
            <a:ext cx="470915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10128"/>
            <a:ext cx="4709159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How many actual purchases are identified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743200"/>
            <a:ext cx="5074920" cy="1097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79" y="2743200"/>
            <a:ext cx="82296" cy="1097280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7" y="2889504"/>
            <a:ext cx="470915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7" y="3310128"/>
            <a:ext cx="4709159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Balance between precision and recall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160520"/>
            <a:ext cx="5074920" cy="1097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4160520"/>
            <a:ext cx="82296" cy="109728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" y="4306824"/>
            <a:ext cx="4709159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727448"/>
            <a:ext cx="4709159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Ability to rank positive cases above negative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F6E7D"/>
                </a:solidFill>
                <a:latin typeface="Aptos"/>
              </a:defRPr>
            </a:pPr>
            <a:r>
              <a:t>Report measured results from the actual test run; do not assume a model is best before comparing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EDA Reporting &amp; 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424160" cy="448056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Dataset summary: sample count, feature count, data types, and storage requirements.</a:t>
            </a:r>
          </a:p>
          <a:p>
            <a:pPr>
              <a:spcAft>
                <a:spcPts val="12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Missing-value report: counts and percentages by column, plus outlier observations.</a:t>
            </a:r>
          </a:p>
          <a:p>
            <a:pPr>
              <a:spcAft>
                <a:spcPts val="12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Visual report: histograms, box plots, scatter plots, and correlation heatmap where useful.</a:t>
            </a:r>
          </a:p>
          <a:p>
            <a:pPr>
              <a:spcAft>
                <a:spcPts val="12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Modeling recommendations: cleaning strategies, feature engineering, and scaling choices.</a:t>
            </a:r>
          </a:p>
          <a:p>
            <a:pPr>
              <a:spcAft>
                <a:spcPts val="12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Model comparison report: measured classification metrics from the test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Challenges &amp;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114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82296" cy="411480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63624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Common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84248"/>
            <a:ext cx="4846320" cy="3456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Missing values in incomplete records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Imbalanced purchase / no-purchase classes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Outliers that skew statistics</a:t>
            </a:r>
          </a:p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• Too many or irrelevant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41148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4114800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63624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How we address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84248"/>
            <a:ext cx="4846320" cy="3456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Retain data when missingness is minimal and harmless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Impute with mean, median, or suitable methods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Transform using encoding or scaling where needed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Remove irrelevant features or corrupted records only with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19456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3053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2976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82296" cy="4297680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17904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4846320" cy="3639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Customer purchase prediction is a supervised binary-classification task. A reliable pipeline combines data preparation, feature engineering, model training, prediction, and evaluation. Logistic Regression and Random Forest offer complementary approaches.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2976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82296" cy="4297680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17904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3053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38528"/>
            <a:ext cx="4846320" cy="3639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Use larger, more diverse datasets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Apply cross-validation and hyperparameter tuning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Test Gradient Boosting or XGBoost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Deploy as a web/mobile app or API</a:t>
            </a:r>
          </a:p>
          <a:p>
            <a:pPr>
              <a:spcAft>
                <a:spcPts val="7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Add explainable AI and periodic retraining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58368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16305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67665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F5B91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Oval 6"/>
          <p:cNvSpPr/>
          <p:nvPr/>
        </p:nvSpPr>
        <p:spPr>
          <a:xfrm>
            <a:off x="8046720" y="1234440"/>
            <a:ext cx="2743200" cy="2743200"/>
          </a:xfrm>
          <a:prstGeom prst="ellipse">
            <a:avLst/>
          </a:prstGeom>
          <a:solidFill>
            <a:srgbClr val="45A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366760" y="1554480"/>
            <a:ext cx="2103120" cy="2103120"/>
          </a:xfrm>
          <a:prstGeom prst="ellipse">
            <a:avLst/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4343400"/>
            <a:ext cx="329184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23303E"/>
                </a:solidFill>
                <a:latin typeface="Aptos"/>
              </a:defRPr>
            </a:pPr>
            <a:r>
              <a:t>Presented by</a:t>
            </a:r>
          </a:p>
          <a:p>
            <a:pPr algn="ctr">
              <a:spcAft>
                <a:spcPts val="700"/>
              </a:spcAft>
              <a:defRPr sz="1400" b="1">
                <a:solidFill>
                  <a:srgbClr val="23303E"/>
                </a:solidFill>
                <a:latin typeface="Aptos"/>
              </a:defRPr>
            </a:pPr>
            <a:r>
              <a:t>B. Pemesh  •  2520030388</a:t>
            </a:r>
          </a:p>
          <a:p>
            <a:pPr algn="ctr">
              <a:spcAft>
                <a:spcPts val="700"/>
              </a:spcAft>
              <a:defRPr sz="1400" b="1">
                <a:solidFill>
                  <a:srgbClr val="23303E"/>
                </a:solidFill>
                <a:latin typeface="Aptos"/>
              </a:defRPr>
            </a:pPr>
            <a:r>
              <a:t>N. Madhan  •  2520030263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6F29C1-666C-11CC-16F6-1491D3C8D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781471"/>
            <a:ext cx="5348748" cy="34662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988</Words>
  <Application>Microsoft Office PowerPoint</Application>
  <PresentationFormat>Widescreen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MADHAN CHOWDARY</dc:creator>
  <cp:keywords/>
  <dc:description>generated using python-pptx</dc:description>
  <cp:lastModifiedBy>MADHAN CHOWDARY</cp:lastModifiedBy>
  <cp:revision>2</cp:revision>
  <dcterms:created xsi:type="dcterms:W3CDTF">2013-01-27T09:14:16Z</dcterms:created>
  <dcterms:modified xsi:type="dcterms:W3CDTF">2026-10-13T05:21:14Z</dcterms:modified>
  <cp:category/>
</cp:coreProperties>
</file>